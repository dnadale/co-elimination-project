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Phenotype-agnostic gene co-elimination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/>
            </a:pPr>
            <a:r>
              <a:t>• Status report, 2026-10-12</a:t>
            </a:r>
          </a:p>
          <a:p>
            <a:pPr>
              <a:spcAft>
                <a:spcPts val="1000"/>
              </a:spcAft>
              <a:defRPr sz="2400"/>
            </a:pPr>
            <a:r>
              <a:t>• 162 Zoonomia mammals, TOGA gene-loss calls, 19,464 genes</a:t>
            </a:r>
          </a:p>
          <a:p>
            <a:pPr>
              <a:spcAft>
                <a:spcPts val="1000"/>
              </a:spcAft>
              <a:defRPr sz="2400"/>
            </a:pPr>
            <a:r>
              <a:t>• Positive control: left-right asymmetry module (MMP21, DAND5, PKD1L1, CIROP, CIROZ)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Genotype-first: find genes with shared loss patterns without knowing the phenotype</a:t>
            </a:r>
          </a:p>
          <a:p>
            <a:pPr>
              <a:spcAft>
                <a:spcPts val="1000"/>
              </a:spcAft>
              <a:defRPr sz="2000"/>
            </a:pPr>
            <a:r>
              <a:t>• Build a gene x species status matrix from TOGA calls (162 species x 19,464 genes)</a:t>
            </a:r>
          </a:p>
          <a:p>
            <a:pPr>
              <a:spcAft>
                <a:spcPts val="1000"/>
              </a:spcAft>
              <a:defRPr sz="2000"/>
            </a:pPr>
            <a:r>
              <a:t>• Score all 25.9 million gene pairs for excess shared loss; keep the top 100</a:t>
            </a:r>
          </a:p>
          <a:p>
            <a:pPr>
              <a:spcAft>
                <a:spcPts val="1000"/>
              </a:spcAft>
              <a:defRPr sz="2000"/>
            </a:pPr>
            <a:r>
              <a:t>• Filter histone and physically linked pairs; test the known LR module as a positive control</a:t>
            </a:r>
          </a:p>
          <a:p>
            <a:pPr>
              <a:spcAft>
                <a:spcPts val="1000"/>
              </a:spcAft>
              <a:defRPr sz="2000"/>
            </a:pPr>
            <a:r>
              <a:t>• Next: phylogenetic correction, artifact checks, reverse functional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 quality: matrix and QC</a:t>
            </a:r>
          </a:p>
        </p:txBody>
      </p:sp>
      <p:pic>
        <p:nvPicPr>
          <p:cNvPr id="3" name="Picture 2" descr="1_matrix_qc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39757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3,153,168 calls, 0 missing cells, source hashes recorded. Ancestry correction not yet applied.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Screen output: top 100 candidate pairs</a:t>
            </a:r>
          </a:p>
        </p:txBody>
      </p:sp>
      <p:pic>
        <p:nvPicPr>
          <p:cNvPr id="3" name="Picture 2" descr="2_top100_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4334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53 histone-histone, 28 physically linked, 19 unlinked pairs. Unlinked pairs are unvalidated.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Positive control: the LR module co-lost</a:t>
            </a:r>
          </a:p>
        </p:txBody>
      </p:sp>
      <p:pic>
        <p:nvPicPr>
          <p:cNvPr id="3" name="Picture 2" descr="4_LR_module_fis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616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All 10 pairs significantly co-lost (BH q &lt; 0.001). P-values ignore shared ancestry (exploratory).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CIROZ loss is clade-clustered</a:t>
            </a:r>
          </a:p>
        </p:txBody>
      </p:sp>
      <p:pic>
        <p:nvPicPr>
          <p:cNvPr id="3" name="Picture 2" descr="5_CIROZ_l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6819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Lost in all cetaceans and ruminants, 23/24 bats, 17/18 carnivorans; 1/27 primates.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Module loss on the species tree</a:t>
            </a:r>
          </a:p>
        </p:txBody>
      </p:sp>
      <p:pic>
        <p:nvPicPr>
          <p:cNvPr id="3" name="Picture 2" descr="02_tree_with_module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09668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8288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The five LR genes are lost together in cetaceans and ruminants and intact in most primates and rodents. Red dot = CIROZ lost. Clade colours assigned by genus.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19 unlinked candidate pairs</a:t>
            </a:r>
          </a:p>
        </p:txBody>
      </p:sp>
      <p:pic>
        <p:nvPicPr>
          <p:cNvPr id="3" name="Picture 2" descr="3_unlinked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133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Candidates for pathway-coherence follow-up (red = involves CIROZ). Not yet validated.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Caveats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Blind screen alone recovered only CIROZ; DAND5, CIROP, MMP21 are intact in ~70-75% of species and PKD1L1 has 71 uncertain calls</a:t>
            </a:r>
          </a:p>
          <a:p>
            <a:pPr>
              <a:spcAft>
                <a:spcPts val="1000"/>
              </a:spcAft>
              <a:defRPr sz="2000"/>
            </a:pPr>
            <a:r>
              <a:t>• LR test is a positive control with literature-chosen genes, not a discovery</a:t>
            </a:r>
          </a:p>
          <a:p>
            <a:pPr>
              <a:spcAft>
                <a:spcPts val="1000"/>
              </a:spcAft>
              <a:defRPr sz="2000"/>
            </a:pPr>
            <a:r>
              <a:t>• Check CIROZ/PKD1L1 calls for TOGA over-calling and assembly artifacts</a:t>
            </a:r>
          </a:p>
          <a:p>
            <a:pPr>
              <a:spcAft>
                <a:spcPts val="1000"/>
              </a:spcAft>
              <a:defRPr sz="2000"/>
            </a:pPr>
            <a:r>
              <a:t>• Test whether the 19 unlinked pairs are pathway-coherent</a:t>
            </a:r>
          </a:p>
          <a:p>
            <a:pPr>
              <a:spcAft>
                <a:spcPts val="1000"/>
              </a:spcAft>
              <a:defRPr sz="2000"/>
            </a:pPr>
            <a:r>
              <a:t>• Apply phylogenetic correction, then reverse validation (clinical genetics, model organisms)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